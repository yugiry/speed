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" r:id="rId2"/>
    <p:sldId id="256" r:id="rId3"/>
    <p:sldId id="257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FE339-8296-4C43-8A1F-A4BFD7F369F4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226C8-D8BD-48E9-BFD2-F92307B4CA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3161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C226C8-D8BD-48E9-BFD2-F92307B4CAA0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296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C226C8-D8BD-48E9-BFD2-F92307B4CAA0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7698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23A9-BBBF-4E0F-ABB5-EDC846D054F1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C8E1B-D0D8-4A41-8D3E-B515CE997B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707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23A9-BBBF-4E0F-ABB5-EDC846D054F1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C8E1B-D0D8-4A41-8D3E-B515CE997B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5665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23A9-BBBF-4E0F-ABB5-EDC846D054F1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C8E1B-D0D8-4A41-8D3E-B515CE997B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1329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23A9-BBBF-4E0F-ABB5-EDC846D054F1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C8E1B-D0D8-4A41-8D3E-B515CE997B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1388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23A9-BBBF-4E0F-ABB5-EDC846D054F1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C8E1B-D0D8-4A41-8D3E-B515CE997B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746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23A9-BBBF-4E0F-ABB5-EDC846D054F1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C8E1B-D0D8-4A41-8D3E-B515CE997B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2577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23A9-BBBF-4E0F-ABB5-EDC846D054F1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C8E1B-D0D8-4A41-8D3E-B515CE997B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882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23A9-BBBF-4E0F-ABB5-EDC846D054F1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C8E1B-D0D8-4A41-8D3E-B515CE997B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0519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23A9-BBBF-4E0F-ABB5-EDC846D054F1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C8E1B-D0D8-4A41-8D3E-B515CE997B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027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23A9-BBBF-4E0F-ABB5-EDC846D054F1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C8E1B-D0D8-4A41-8D3E-B515CE997B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5319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C23A9-BBBF-4E0F-ABB5-EDC846D054F1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C8E1B-D0D8-4A41-8D3E-B515CE997B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1723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C23A9-BBBF-4E0F-ABB5-EDC846D054F1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C8E1B-D0D8-4A41-8D3E-B515CE997B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0719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431592" y="874022"/>
            <a:ext cx="110871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 smtClean="0"/>
              <a:t>〇</a:t>
            </a:r>
            <a:r>
              <a:rPr lang="ja-JP" altLang="en-US" b="1" dirty="0"/>
              <a:t>ゲームの流れ</a:t>
            </a:r>
          </a:p>
          <a:p>
            <a:r>
              <a:rPr lang="ja-JP" altLang="en-US" dirty="0"/>
              <a:t>・トランプを赤</a:t>
            </a:r>
            <a:r>
              <a:rPr lang="en-US" altLang="ja-JP" dirty="0"/>
              <a:t>(</a:t>
            </a:r>
            <a:r>
              <a:rPr lang="ja-JP" altLang="en-US" dirty="0"/>
              <a:t>ハート＆ダイヤ</a:t>
            </a:r>
            <a:r>
              <a:rPr lang="en-US" altLang="ja-JP" dirty="0"/>
              <a:t>)</a:t>
            </a:r>
            <a:r>
              <a:rPr lang="ja-JP" altLang="en-US" dirty="0"/>
              <a:t>と黒</a:t>
            </a:r>
            <a:r>
              <a:rPr lang="en-US" altLang="ja-JP" dirty="0"/>
              <a:t>(</a:t>
            </a:r>
            <a:r>
              <a:rPr lang="ja-JP" altLang="en-US" dirty="0"/>
              <a:t>スペード＆クローバー</a:t>
            </a:r>
            <a:r>
              <a:rPr lang="en-US" altLang="ja-JP" dirty="0"/>
              <a:t>)</a:t>
            </a:r>
            <a:r>
              <a:rPr lang="ja-JP" altLang="en-US" dirty="0"/>
              <a:t>に分け、プレイヤーと</a:t>
            </a:r>
            <a:r>
              <a:rPr lang="en-US" altLang="ja-JP" dirty="0"/>
              <a:t>CPU</a:t>
            </a:r>
            <a:r>
              <a:rPr lang="ja-JP" altLang="en-US" dirty="0"/>
              <a:t>に</a:t>
            </a:r>
            <a:r>
              <a:rPr lang="ja-JP" altLang="en-US" dirty="0" smtClean="0"/>
              <a:t>配る</a:t>
            </a:r>
            <a:endParaRPr lang="en-US" altLang="ja-JP" dirty="0" smtClean="0"/>
          </a:p>
          <a:p>
            <a:r>
              <a:rPr lang="ja-JP" altLang="en-US" dirty="0"/>
              <a:t>　</a:t>
            </a:r>
            <a:r>
              <a:rPr lang="en-US" altLang="ja-JP" sz="1400" dirty="0" smtClean="0"/>
              <a:t>(</a:t>
            </a:r>
            <a:r>
              <a:rPr lang="ja-JP" altLang="en-US" sz="1400" dirty="0" smtClean="0"/>
              <a:t>配色はどちらでも良いが、見本に合わせるなら赤がプレイヤー、黒が</a:t>
            </a:r>
            <a:r>
              <a:rPr lang="en-US" altLang="ja-JP" sz="1400" dirty="0" smtClean="0"/>
              <a:t>CPU)</a:t>
            </a:r>
            <a:endParaRPr lang="ja-JP" altLang="en-US" sz="1400" dirty="0"/>
          </a:p>
          <a:p>
            <a:r>
              <a:rPr lang="ja-JP" altLang="en-US" dirty="0"/>
              <a:t>・各々の山札から、手札</a:t>
            </a:r>
            <a:r>
              <a:rPr lang="en-US" altLang="ja-JP" dirty="0"/>
              <a:t>4</a:t>
            </a:r>
            <a:r>
              <a:rPr lang="ja-JP" altLang="en-US" dirty="0"/>
              <a:t>枚を自分の場に並べる</a:t>
            </a:r>
          </a:p>
          <a:p>
            <a:r>
              <a:rPr lang="ja-JP" altLang="en-US" dirty="0"/>
              <a:t>・</a:t>
            </a:r>
            <a:r>
              <a:rPr lang="en-US" altLang="ja-JP" dirty="0"/>
              <a:t>3</a:t>
            </a:r>
            <a:r>
              <a:rPr lang="ja-JP" altLang="en-US" dirty="0" err="1"/>
              <a:t>、</a:t>
            </a:r>
            <a:r>
              <a:rPr lang="en-US" altLang="ja-JP" dirty="0"/>
              <a:t>2</a:t>
            </a:r>
            <a:r>
              <a:rPr lang="ja-JP" altLang="en-US" dirty="0" err="1"/>
              <a:t>、</a:t>
            </a:r>
            <a:r>
              <a:rPr lang="en-US" altLang="ja-JP" dirty="0"/>
              <a:t>1</a:t>
            </a:r>
            <a:r>
              <a:rPr lang="ja-JP" altLang="en-US" dirty="0"/>
              <a:t>のカウントののち、各々の山札から</a:t>
            </a:r>
            <a:r>
              <a:rPr lang="en-US" altLang="ja-JP" dirty="0"/>
              <a:t>1</a:t>
            </a:r>
            <a:r>
              <a:rPr lang="ja-JP" altLang="en-US" dirty="0"/>
              <a:t>枚を中央に出してスタート</a:t>
            </a:r>
          </a:p>
          <a:p>
            <a:r>
              <a:rPr lang="ja-JP" altLang="en-US" dirty="0"/>
              <a:t>・出せるカードは中央に出てるカードの数字</a:t>
            </a:r>
            <a:r>
              <a:rPr lang="en-US" altLang="ja-JP" dirty="0"/>
              <a:t>±1(K→A</a:t>
            </a:r>
            <a:r>
              <a:rPr lang="ja-JP" altLang="en-US" dirty="0" err="1"/>
              <a:t>、</a:t>
            </a:r>
            <a:r>
              <a:rPr lang="ja-JP" altLang="en-US" dirty="0"/>
              <a:t>またその逆も</a:t>
            </a:r>
            <a:r>
              <a:rPr lang="en-US" altLang="ja-JP" dirty="0"/>
              <a:t>OK</a:t>
            </a:r>
            <a:r>
              <a:rPr lang="ja-JP" altLang="en-US" dirty="0" err="1"/>
              <a:t>、</a:t>
            </a:r>
            <a:r>
              <a:rPr lang="ja-JP" altLang="en-US" dirty="0"/>
              <a:t>同じ数字は</a:t>
            </a:r>
            <a:r>
              <a:rPr lang="en-US" altLang="ja-JP" dirty="0"/>
              <a:t>NG</a:t>
            </a:r>
            <a:r>
              <a:rPr lang="en-US" altLang="ja-JP" dirty="0" smtClean="0"/>
              <a:t>)</a:t>
            </a:r>
          </a:p>
          <a:p>
            <a:r>
              <a:rPr lang="ja-JP" altLang="en-US" dirty="0"/>
              <a:t>　</a:t>
            </a:r>
            <a:r>
              <a:rPr lang="en-US" altLang="ja-JP" dirty="0" smtClean="0"/>
              <a:t>※</a:t>
            </a:r>
            <a:r>
              <a:rPr lang="ja-JP" altLang="en-US" dirty="0" smtClean="0"/>
              <a:t>カードを出すとき、色は関係ない</a:t>
            </a:r>
            <a:endParaRPr lang="en-US" altLang="ja-JP" dirty="0"/>
          </a:p>
          <a:p>
            <a:r>
              <a:rPr lang="ja-JP" altLang="en-US" dirty="0"/>
              <a:t>・先に山札、手札を全て出した方の勝利</a:t>
            </a:r>
          </a:p>
          <a:p>
            <a:r>
              <a:rPr lang="ja-JP" altLang="en-US" dirty="0"/>
              <a:t>・中央に出せるカードがない場合は山札からカードを出し、リスタート</a:t>
            </a:r>
          </a:p>
          <a:p>
            <a:r>
              <a:rPr lang="ja-JP" altLang="en-US" dirty="0"/>
              <a:t>・終盤、山札が無い時にリスタートする場合は、手札からカードを</a:t>
            </a:r>
            <a:r>
              <a:rPr lang="ja-JP" altLang="en-US" dirty="0" smtClean="0"/>
              <a:t>出す</a:t>
            </a:r>
            <a:endParaRPr lang="en-US" altLang="ja-JP" dirty="0" smtClean="0"/>
          </a:p>
          <a:p>
            <a:r>
              <a:rPr lang="ja-JP" altLang="en-US" dirty="0"/>
              <a:t>　</a:t>
            </a:r>
            <a:r>
              <a:rPr lang="en-US" altLang="ja-JP" dirty="0" smtClean="0"/>
              <a:t>(</a:t>
            </a:r>
            <a:r>
              <a:rPr lang="ja-JP" altLang="en-US" dirty="0" smtClean="0"/>
              <a:t>手札から出したカードは表向きのままで良い</a:t>
            </a:r>
            <a:r>
              <a:rPr lang="en-US" altLang="ja-JP" dirty="0" smtClean="0"/>
              <a:t>)</a:t>
            </a:r>
            <a:endParaRPr lang="ja-JP" altLang="en-US" dirty="0"/>
          </a:p>
          <a:p>
            <a:endParaRPr lang="ja-JP" altLang="en-US" b="1" dirty="0"/>
          </a:p>
          <a:p>
            <a:r>
              <a:rPr lang="ja-JP" altLang="en-US" b="1" dirty="0"/>
              <a:t>〇補足</a:t>
            </a:r>
          </a:p>
          <a:p>
            <a:r>
              <a:rPr lang="ja-JP" altLang="en-US" dirty="0"/>
              <a:t>・プレイヤーのカードの出し方はドラッグ＆ドロップで</a:t>
            </a:r>
          </a:p>
          <a:p>
            <a:r>
              <a:rPr lang="ja-JP" altLang="en-US" dirty="0"/>
              <a:t>・</a:t>
            </a:r>
            <a:r>
              <a:rPr lang="en-US" altLang="ja-JP" dirty="0"/>
              <a:t>CPU</a:t>
            </a:r>
            <a:r>
              <a:rPr lang="ja-JP" altLang="en-US" dirty="0"/>
              <a:t>の、カードを出すクールタイムはお任せ</a:t>
            </a:r>
            <a:r>
              <a:rPr lang="en-US" altLang="ja-JP" dirty="0"/>
              <a:t>(</a:t>
            </a:r>
            <a:r>
              <a:rPr lang="ja-JP" altLang="en-US" dirty="0"/>
              <a:t>難しすぎなければ</a:t>
            </a:r>
            <a:r>
              <a:rPr lang="en-US" altLang="ja-JP" dirty="0"/>
              <a:t>OK)</a:t>
            </a:r>
          </a:p>
          <a:p>
            <a:r>
              <a:rPr lang="ja-JP" altLang="en-US" dirty="0"/>
              <a:t>・引き分けは考えなくて良い</a:t>
            </a:r>
          </a:p>
          <a:p>
            <a:r>
              <a:rPr lang="ja-JP" altLang="en-US" dirty="0"/>
              <a:t>・ウィンドウサイズは</a:t>
            </a:r>
            <a:r>
              <a:rPr lang="en-US" altLang="ja-JP" dirty="0"/>
              <a:t>720×640</a:t>
            </a:r>
            <a:endParaRPr lang="en-US" altLang="ja-JP" dirty="0" smtClean="0"/>
          </a:p>
        </p:txBody>
      </p:sp>
      <p:sp>
        <p:nvSpPr>
          <p:cNvPr id="3" name="正方形/長方形 2"/>
          <p:cNvSpPr/>
          <p:nvPr/>
        </p:nvSpPr>
        <p:spPr>
          <a:xfrm>
            <a:off x="431592" y="412357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400" b="1" dirty="0"/>
              <a:t>トランプゲーム</a:t>
            </a:r>
            <a:r>
              <a:rPr lang="en-US" altLang="ja-JP" sz="2400" b="1" dirty="0"/>
              <a:t>【</a:t>
            </a:r>
            <a:r>
              <a:rPr lang="ja-JP" altLang="en-US" sz="2400" b="1" dirty="0"/>
              <a:t>スピード</a:t>
            </a:r>
            <a:r>
              <a:rPr lang="en-US" altLang="ja-JP" sz="2400" b="1" dirty="0"/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3435951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440469" y="458676"/>
            <a:ext cx="110871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 smtClean="0"/>
              <a:t>〇</a:t>
            </a:r>
            <a:r>
              <a:rPr kumimoji="1" lang="ja-JP" altLang="en-US" b="1" dirty="0" smtClean="0"/>
              <a:t>カードデータ作成</a:t>
            </a:r>
            <a:r>
              <a:rPr kumimoji="1" lang="en-US" altLang="ja-JP" b="1" dirty="0" smtClean="0"/>
              <a:t>(</a:t>
            </a:r>
            <a:r>
              <a:rPr kumimoji="1" lang="ja-JP" altLang="en-US" b="1" dirty="0" smtClean="0"/>
              <a:t>構造体</a:t>
            </a:r>
            <a:r>
              <a:rPr kumimoji="1" lang="en-US" altLang="ja-JP" b="1" dirty="0" smtClean="0"/>
              <a:t>or</a:t>
            </a:r>
            <a:r>
              <a:rPr kumimoji="1" lang="ja-JP" altLang="en-US" b="1" dirty="0" smtClean="0"/>
              <a:t>クラス</a:t>
            </a:r>
            <a:r>
              <a:rPr kumimoji="1" lang="en-US" altLang="ja-JP" b="1" dirty="0" smtClean="0"/>
              <a:t>)</a:t>
            </a:r>
          </a:p>
          <a:p>
            <a:r>
              <a:rPr lang="ja-JP" altLang="en-US" dirty="0"/>
              <a:t>　</a:t>
            </a:r>
            <a:r>
              <a:rPr lang="ja-JP" altLang="en-US" u="sng" dirty="0" smtClean="0"/>
              <a:t>カードデータの</a:t>
            </a:r>
            <a:r>
              <a:rPr lang="ja-JP" altLang="en-US" u="sng" dirty="0" smtClean="0"/>
              <a:t>内容</a:t>
            </a:r>
            <a:endParaRPr lang="en-US" altLang="ja-JP" u="sng" dirty="0" smtClean="0"/>
          </a:p>
          <a:p>
            <a:r>
              <a:rPr kumimoji="1" lang="ja-JP" altLang="en-US" dirty="0"/>
              <a:t>　</a:t>
            </a:r>
            <a:r>
              <a:rPr kumimoji="1" lang="ja-JP" altLang="en-US" dirty="0" smtClean="0"/>
              <a:t>・カードの数字</a:t>
            </a:r>
            <a:endParaRPr kumimoji="1" lang="en-US" altLang="ja-JP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・色</a:t>
            </a:r>
            <a:r>
              <a:rPr lang="en-US" altLang="ja-JP" dirty="0" smtClean="0"/>
              <a:t>(</a:t>
            </a:r>
            <a:r>
              <a:rPr lang="ja-JP" altLang="en-US" dirty="0" smtClean="0"/>
              <a:t>赤</a:t>
            </a:r>
            <a:r>
              <a:rPr lang="en-US" altLang="ja-JP" dirty="0" smtClean="0"/>
              <a:t>or</a:t>
            </a:r>
            <a:r>
              <a:rPr lang="ja-JP" altLang="en-US" dirty="0" smtClean="0"/>
              <a:t>黒</a:t>
            </a:r>
            <a:r>
              <a:rPr lang="en-US" altLang="ja-JP" dirty="0" smtClean="0"/>
              <a:t>)</a:t>
            </a:r>
          </a:p>
          <a:p>
            <a:r>
              <a:rPr kumimoji="1" lang="ja-JP" altLang="en-US" dirty="0"/>
              <a:t>　</a:t>
            </a:r>
            <a:r>
              <a:rPr kumimoji="1" lang="ja-JP" altLang="en-US" dirty="0" smtClean="0"/>
              <a:t>・座標</a:t>
            </a:r>
            <a:r>
              <a:rPr kumimoji="1" lang="en-US" altLang="ja-JP" dirty="0" smtClean="0"/>
              <a:t>XY</a:t>
            </a:r>
          </a:p>
          <a:p>
            <a:r>
              <a:rPr lang="ja-JP" altLang="en-US" dirty="0"/>
              <a:t>　</a:t>
            </a:r>
            <a:r>
              <a:rPr lang="ja-JP" altLang="en-US" dirty="0" smtClean="0"/>
              <a:t>・裏表の状態</a:t>
            </a:r>
            <a:endParaRPr lang="en-US" altLang="ja-JP" dirty="0" smtClean="0"/>
          </a:p>
          <a:p>
            <a:r>
              <a:rPr kumimoji="1" lang="ja-JP" altLang="en-US" dirty="0"/>
              <a:t>　</a:t>
            </a:r>
            <a:r>
              <a:rPr kumimoji="1" lang="ja-JP" altLang="en-US" dirty="0" smtClean="0"/>
              <a:t>・このカードがどの段階にいるか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これはお好みで</a:t>
            </a:r>
            <a:r>
              <a:rPr kumimoji="1" lang="en-US" altLang="ja-JP" dirty="0" smtClean="0"/>
              <a:t>)</a:t>
            </a:r>
          </a:p>
          <a:p>
            <a:r>
              <a:rPr lang="ja-JP" altLang="en-US" dirty="0"/>
              <a:t>　</a:t>
            </a:r>
            <a:r>
              <a:rPr lang="ja-JP" altLang="en-US" dirty="0" smtClean="0"/>
              <a:t>　→山札、手札、中央のどこにいるか、というもの</a:t>
            </a:r>
            <a:endParaRPr lang="en-US" altLang="ja-JP" dirty="0" smtClean="0"/>
          </a:p>
          <a:p>
            <a:endParaRPr lang="en-US" altLang="ja-JP" dirty="0"/>
          </a:p>
          <a:p>
            <a:r>
              <a:rPr lang="ja-JP" altLang="en-US" b="1" dirty="0"/>
              <a:t>〇</a:t>
            </a:r>
            <a:r>
              <a:rPr lang="ja-JP" altLang="en-US" b="1" dirty="0" smtClean="0"/>
              <a:t>カードデータの初期化</a:t>
            </a:r>
            <a:endParaRPr lang="en-US" altLang="ja-JP" b="1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上記のデータを初期化していく</a:t>
            </a:r>
            <a:endParaRPr lang="en-US" altLang="ja-JP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必ずシャッフルする前にやる</a:t>
            </a:r>
            <a:endParaRPr lang="en-US" altLang="ja-JP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座標とどの段階かは一旦全部山札にしておいていいかも</a:t>
            </a:r>
            <a:endParaRPr lang="en-US" altLang="ja-JP" dirty="0" smtClean="0"/>
          </a:p>
          <a:p>
            <a:endParaRPr kumimoji="1" lang="en-US" altLang="ja-JP" dirty="0"/>
          </a:p>
          <a:p>
            <a:r>
              <a:rPr lang="ja-JP" altLang="en-US" b="1" dirty="0"/>
              <a:t>〇</a:t>
            </a:r>
            <a:r>
              <a:rPr kumimoji="1" lang="ja-JP" altLang="en-US" b="1" dirty="0" smtClean="0"/>
              <a:t>シャッフルする</a:t>
            </a:r>
            <a:endParaRPr kumimoji="1" lang="en-US" altLang="ja-JP" b="1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神経衰弱の時にやってると思う</a:t>
            </a:r>
            <a:r>
              <a:rPr lang="ja-JP" altLang="en-US" dirty="0" smtClean="0"/>
              <a:t>のでやり方は同じ</a:t>
            </a:r>
            <a:r>
              <a:rPr lang="ja-JP" altLang="en-US" dirty="0" smtClean="0"/>
              <a:t>で</a:t>
            </a:r>
            <a:r>
              <a:rPr lang="en-US" altLang="ja-JP" dirty="0" smtClean="0"/>
              <a:t>OK</a:t>
            </a:r>
          </a:p>
          <a:p>
            <a:endParaRPr lang="en-US" altLang="ja-JP" dirty="0"/>
          </a:p>
          <a:p>
            <a:r>
              <a:rPr lang="ja-JP" altLang="en-US" b="1" dirty="0"/>
              <a:t>〇カードを仮置きしてみる</a:t>
            </a:r>
            <a:endParaRPr lang="en-US" altLang="ja-JP" b="1" dirty="0"/>
          </a:p>
          <a:p>
            <a:r>
              <a:rPr lang="ja-JP" altLang="en-US" dirty="0"/>
              <a:t>　位置が決まったらカードデータと連携させる</a:t>
            </a:r>
            <a:endParaRPr lang="en-US" altLang="ja-JP" dirty="0"/>
          </a:p>
          <a:p>
            <a:r>
              <a:rPr lang="ja-JP" altLang="en-US" dirty="0"/>
              <a:t>　→カード位置、段階、裏表を設定</a:t>
            </a:r>
            <a:r>
              <a:rPr lang="ja-JP" altLang="en-US" dirty="0" smtClean="0"/>
              <a:t>する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11892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吹き出し 4"/>
          <p:cNvSpPr/>
          <p:nvPr/>
        </p:nvSpPr>
        <p:spPr>
          <a:xfrm rot="5400000">
            <a:off x="7492297" y="1056654"/>
            <a:ext cx="2338754" cy="2016483"/>
          </a:xfrm>
          <a:prstGeom prst="wedgeRectCallout">
            <a:avLst>
              <a:gd name="adj1" fmla="val -21586"/>
              <a:gd name="adj2" fmla="val 150549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/>
          <p:cNvSpPr/>
          <p:nvPr/>
        </p:nvSpPr>
        <p:spPr>
          <a:xfrm>
            <a:off x="526229" y="567163"/>
            <a:ext cx="1087022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b="1" dirty="0" smtClean="0"/>
              <a:t>〇</a:t>
            </a:r>
            <a:r>
              <a:rPr lang="ja-JP" altLang="en-US" b="1" dirty="0"/>
              <a:t>ドラッグ</a:t>
            </a:r>
            <a:r>
              <a:rPr lang="ja-JP" altLang="en-US" b="1" dirty="0" smtClean="0"/>
              <a:t>＆ドロップできるようにする</a:t>
            </a:r>
            <a:endParaRPr lang="en-US" altLang="ja-JP" b="1" dirty="0" smtClean="0"/>
          </a:p>
          <a:p>
            <a:r>
              <a:rPr lang="ja-JP" altLang="en-US" b="1" dirty="0"/>
              <a:t>　</a:t>
            </a:r>
            <a:r>
              <a:rPr lang="ja-JP" altLang="en-US" dirty="0" smtClean="0"/>
              <a:t>クリックした時、カーソルがカードの上に乗っていれば</a:t>
            </a:r>
            <a:r>
              <a:rPr lang="en-US" altLang="ja-JP" dirty="0" smtClean="0"/>
              <a:t>…</a:t>
            </a:r>
          </a:p>
          <a:p>
            <a:r>
              <a:rPr lang="ja-JP" altLang="en-US" dirty="0"/>
              <a:t>　</a:t>
            </a:r>
            <a:r>
              <a:rPr lang="ja-JP" altLang="en-US" dirty="0" smtClean="0"/>
              <a:t>クリックされている間、カードの位置を更新し続ける</a:t>
            </a:r>
            <a:endParaRPr lang="en-US" altLang="ja-JP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→</a:t>
            </a:r>
            <a:r>
              <a:rPr lang="ja-JP" altLang="en-US" u="sng" dirty="0" smtClean="0"/>
              <a:t>カーソル位置とカード位置の距離を求め、</a:t>
            </a:r>
            <a:endParaRPr lang="en-US" altLang="ja-JP" u="sng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　</a:t>
            </a:r>
            <a:r>
              <a:rPr lang="ja-JP" altLang="en-US" u="sng" dirty="0" smtClean="0"/>
              <a:t>その差をカーソル位置から引いてあげる</a:t>
            </a:r>
            <a:endParaRPr lang="en-US" altLang="ja-JP" u="sng" dirty="0" smtClean="0"/>
          </a:p>
          <a:p>
            <a:endParaRPr lang="en-US" altLang="ja-JP" dirty="0"/>
          </a:p>
          <a:p>
            <a:r>
              <a:rPr lang="ja-JP" altLang="en-US" b="1" dirty="0"/>
              <a:t>〇中央</a:t>
            </a:r>
            <a:r>
              <a:rPr lang="ja-JP" altLang="en-US" b="1" dirty="0" smtClean="0"/>
              <a:t>のエリアに置けるようにする</a:t>
            </a:r>
            <a:endParaRPr lang="en-US" altLang="ja-JP" b="1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エリアの中じゃなければ、元の位置に戻す</a:t>
            </a:r>
            <a:endParaRPr lang="en-US" altLang="ja-JP" dirty="0" smtClean="0"/>
          </a:p>
          <a:p>
            <a:r>
              <a:rPr lang="ja-JP" altLang="en-US" dirty="0" smtClean="0"/>
              <a:t>　</a:t>
            </a:r>
            <a:r>
              <a:rPr lang="en-US" altLang="ja-JP" dirty="0" smtClean="0"/>
              <a:t>※</a:t>
            </a:r>
            <a:r>
              <a:rPr lang="ja-JP" altLang="en-US" dirty="0"/>
              <a:t>山札や手札を配列で管理している</a:t>
            </a:r>
            <a:r>
              <a:rPr lang="ja-JP" altLang="en-US" dirty="0" smtClean="0"/>
              <a:t>場合、</a:t>
            </a:r>
            <a:r>
              <a:rPr lang="ja-JP" altLang="en-US" dirty="0"/>
              <a:t>やり方によって</a:t>
            </a:r>
            <a:r>
              <a:rPr lang="ja-JP" altLang="en-US" dirty="0" smtClean="0"/>
              <a:t>は</a:t>
            </a:r>
            <a:endParaRPr lang="en-US" altLang="ja-JP" dirty="0" smtClean="0"/>
          </a:p>
          <a:p>
            <a:r>
              <a:rPr lang="ja-JP" altLang="en-US" dirty="0" smtClean="0"/>
              <a:t>　　配列外でエラーになるので注意</a:t>
            </a:r>
            <a:endParaRPr lang="en-US" altLang="ja-JP" dirty="0" smtClean="0"/>
          </a:p>
          <a:p>
            <a:endParaRPr lang="en-US" altLang="ja-JP" dirty="0"/>
          </a:p>
          <a:p>
            <a:r>
              <a:rPr lang="ja-JP" altLang="en-US" b="1" dirty="0"/>
              <a:t>〇ドラッグ</a:t>
            </a:r>
            <a:r>
              <a:rPr lang="ja-JP" altLang="en-US" b="1" dirty="0" smtClean="0"/>
              <a:t>してるカードを常に前面に出す</a:t>
            </a:r>
            <a:endParaRPr lang="en-US" altLang="ja-JP" b="1" dirty="0" smtClean="0"/>
          </a:p>
          <a:p>
            <a:r>
              <a:rPr lang="ja-JP" altLang="en-US" b="1" dirty="0"/>
              <a:t>　</a:t>
            </a:r>
            <a:endParaRPr lang="en-US" altLang="ja-JP" b="1" dirty="0"/>
          </a:p>
          <a:p>
            <a:r>
              <a:rPr lang="ja-JP" altLang="en-US" b="1" dirty="0"/>
              <a:t>〇スタート</a:t>
            </a:r>
            <a:r>
              <a:rPr lang="ja-JP" altLang="en-US" b="1" dirty="0" smtClean="0"/>
              <a:t>の処理</a:t>
            </a:r>
            <a:endParaRPr lang="en-US" altLang="ja-JP" b="1" dirty="0" smtClean="0"/>
          </a:p>
          <a:p>
            <a:r>
              <a:rPr lang="ja-JP" altLang="en-US" b="1" dirty="0"/>
              <a:t>　</a:t>
            </a:r>
            <a:r>
              <a:rPr lang="en-US" altLang="ja-JP" dirty="0" smtClean="0"/>
              <a:t>3</a:t>
            </a:r>
            <a:r>
              <a:rPr lang="ja-JP" altLang="en-US" dirty="0" err="1" smtClean="0"/>
              <a:t>、</a:t>
            </a:r>
            <a:r>
              <a:rPr lang="en-US" altLang="ja-JP" dirty="0" smtClean="0"/>
              <a:t>2</a:t>
            </a:r>
            <a:r>
              <a:rPr lang="ja-JP" altLang="en-US" dirty="0" err="1" smtClean="0"/>
              <a:t>、</a:t>
            </a:r>
            <a:r>
              <a:rPr lang="en-US" altLang="ja-JP" dirty="0" smtClean="0"/>
              <a:t>1</a:t>
            </a:r>
            <a:r>
              <a:rPr lang="ja-JP" altLang="en-US" dirty="0" smtClean="0"/>
              <a:t>ののち、山札から</a:t>
            </a:r>
            <a:r>
              <a:rPr lang="en-US" altLang="ja-JP" dirty="0" smtClean="0"/>
              <a:t>1</a:t>
            </a:r>
            <a:r>
              <a:rPr lang="ja-JP" altLang="en-US" dirty="0" smtClean="0"/>
              <a:t>枚中央エリアに出す</a:t>
            </a:r>
            <a:endParaRPr lang="en-US" altLang="ja-JP" dirty="0" smtClean="0"/>
          </a:p>
          <a:p>
            <a:endParaRPr lang="en-US" altLang="ja-JP" dirty="0"/>
          </a:p>
          <a:p>
            <a:r>
              <a:rPr lang="ja-JP" altLang="en-US" b="1" dirty="0"/>
              <a:t>〇中央</a:t>
            </a:r>
            <a:r>
              <a:rPr lang="ja-JP" altLang="en-US" b="1" dirty="0" smtClean="0"/>
              <a:t>エリアにあるカードの</a:t>
            </a:r>
            <a:r>
              <a:rPr lang="en-US" altLang="ja-JP" b="1" dirty="0" smtClean="0"/>
              <a:t>±1</a:t>
            </a:r>
            <a:r>
              <a:rPr lang="ja-JP" altLang="en-US" b="1" dirty="0" err="1" smtClean="0"/>
              <a:t>まで</a:t>
            </a:r>
            <a:r>
              <a:rPr lang="ja-JP" altLang="en-US" b="1" dirty="0" smtClean="0"/>
              <a:t>出せるようにする</a:t>
            </a:r>
            <a:endParaRPr lang="en-US" altLang="ja-JP" b="1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条件にあてはまらなければ元の位置に戻す</a:t>
            </a:r>
            <a:endParaRPr lang="en-US" altLang="ja-JP" dirty="0" smtClean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205" b="80244"/>
          <a:stretch/>
        </p:blipFill>
        <p:spPr>
          <a:xfrm>
            <a:off x="7940535" y="1148853"/>
            <a:ext cx="1307351" cy="1832084"/>
          </a:xfrm>
          <a:prstGeom prst="rect">
            <a:avLst/>
          </a:prstGeom>
        </p:spPr>
      </p:pic>
      <p:sp>
        <p:nvSpPr>
          <p:cNvPr id="4" name="下矢印 3"/>
          <p:cNvSpPr/>
          <p:nvPr/>
        </p:nvSpPr>
        <p:spPr>
          <a:xfrm rot="8492115">
            <a:off x="8264772" y="1593248"/>
            <a:ext cx="355168" cy="517206"/>
          </a:xfrm>
          <a:prstGeom prst="downArrow">
            <a:avLst>
              <a:gd name="adj1" fmla="val 20045"/>
              <a:gd name="adj2" fmla="val 7566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n w="381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左右矢印 6"/>
          <p:cNvSpPr/>
          <p:nvPr/>
        </p:nvSpPr>
        <p:spPr>
          <a:xfrm rot="3398983">
            <a:off x="7845567" y="1315976"/>
            <a:ext cx="528320" cy="125805"/>
          </a:xfrm>
          <a:prstGeom prst="leftRightArrow">
            <a:avLst>
              <a:gd name="adj1" fmla="val 50000"/>
              <a:gd name="adj2" fmla="val 84785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8400352" y="1261905"/>
            <a:ext cx="1159501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1200" dirty="0" smtClean="0"/>
              <a:t>ここを求める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24727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526094" y="492711"/>
            <a:ext cx="115538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〇</a:t>
            </a:r>
            <a:r>
              <a:rPr kumimoji="1" lang="ja-JP" altLang="en-US" b="1" dirty="0" smtClean="0"/>
              <a:t>中央に</a:t>
            </a:r>
            <a:r>
              <a:rPr lang="ja-JP" altLang="en-US" b="1" dirty="0" smtClean="0"/>
              <a:t>カードを出したら、山札から</a:t>
            </a:r>
            <a:r>
              <a:rPr lang="en-US" altLang="ja-JP" b="1" dirty="0" smtClean="0"/>
              <a:t>1</a:t>
            </a:r>
            <a:r>
              <a:rPr lang="ja-JP" altLang="en-US" b="1" dirty="0" smtClean="0"/>
              <a:t>枚手札に移動させる</a:t>
            </a:r>
            <a:endParaRPr lang="en-US" altLang="ja-JP" b="1" dirty="0" smtClean="0"/>
          </a:p>
          <a:p>
            <a:r>
              <a:rPr lang="ja-JP" altLang="en-US" b="1" dirty="0"/>
              <a:t>　</a:t>
            </a:r>
            <a:r>
              <a:rPr lang="ja-JP" altLang="en-US" dirty="0" smtClean="0"/>
              <a:t>山札が無い場合はそのままで</a:t>
            </a:r>
            <a:r>
              <a:rPr lang="en-US" altLang="ja-JP" dirty="0" smtClean="0"/>
              <a:t>OK</a:t>
            </a:r>
          </a:p>
          <a:p>
            <a:endParaRPr kumimoji="1" lang="en-US" altLang="ja-JP" dirty="0"/>
          </a:p>
          <a:p>
            <a:r>
              <a:rPr lang="ja-JP" altLang="en-US" b="1" dirty="0"/>
              <a:t>〇</a:t>
            </a:r>
            <a:r>
              <a:rPr lang="en-US" altLang="ja-JP" b="1" dirty="0" smtClean="0"/>
              <a:t>CPU</a:t>
            </a:r>
            <a:r>
              <a:rPr lang="ja-JP" altLang="en-US" b="1" dirty="0" smtClean="0"/>
              <a:t>処理</a:t>
            </a:r>
            <a:endParaRPr lang="en-US" altLang="ja-JP" b="1" dirty="0" smtClean="0"/>
          </a:p>
          <a:p>
            <a:r>
              <a:rPr lang="ja-JP" altLang="en-US" b="1" dirty="0"/>
              <a:t>　</a:t>
            </a:r>
            <a:r>
              <a:rPr lang="ja-JP" altLang="en-US" dirty="0" smtClean="0"/>
              <a:t>プレイヤーと同じ動きが出来るようにする</a:t>
            </a:r>
            <a:endParaRPr lang="en-US" altLang="ja-JP" dirty="0" smtClean="0"/>
          </a:p>
          <a:p>
            <a:endParaRPr kumimoji="1" lang="en-US" altLang="ja-JP" dirty="0"/>
          </a:p>
          <a:p>
            <a:r>
              <a:rPr lang="ja-JP" altLang="en-US" b="1" dirty="0"/>
              <a:t>〇中央</a:t>
            </a:r>
            <a:r>
              <a:rPr lang="ja-JP" altLang="en-US" b="1" dirty="0" smtClean="0"/>
              <a:t>エリアに置けなくなったらリスタート</a:t>
            </a:r>
            <a:endParaRPr lang="en-US" altLang="ja-JP" b="1" dirty="0" smtClean="0"/>
          </a:p>
          <a:p>
            <a:r>
              <a:rPr kumimoji="1" lang="ja-JP" altLang="en-US" dirty="0"/>
              <a:t>　</a:t>
            </a:r>
            <a:r>
              <a:rPr kumimoji="1" lang="ja-JP" altLang="en-US" dirty="0" smtClean="0"/>
              <a:t>スタートの時とだいたい同じなので、関数化して使いまわして</a:t>
            </a:r>
            <a:r>
              <a:rPr kumimoji="1" lang="en-US" altLang="ja-JP" dirty="0" smtClean="0"/>
              <a:t>OK</a:t>
            </a:r>
          </a:p>
          <a:p>
            <a:r>
              <a:rPr lang="ja-JP" altLang="en-US" dirty="0"/>
              <a:t>　</a:t>
            </a:r>
            <a:r>
              <a:rPr lang="ja-JP" altLang="en-US" dirty="0" smtClean="0"/>
              <a:t>山札がなければ手札から出す</a:t>
            </a:r>
            <a:endParaRPr lang="en-US" altLang="ja-JP" dirty="0" smtClean="0"/>
          </a:p>
          <a:p>
            <a:r>
              <a:rPr kumimoji="1" lang="ja-JP" altLang="en-US" dirty="0"/>
              <a:t>　</a:t>
            </a:r>
            <a:r>
              <a:rPr kumimoji="1" lang="ja-JP" altLang="en-US" dirty="0" smtClean="0"/>
              <a:t>リスタートで出したカードで手札が無くなったのなら、その時点で勝利</a:t>
            </a:r>
            <a:endParaRPr kumimoji="1" lang="en-US" altLang="ja-JP" dirty="0" smtClean="0"/>
          </a:p>
          <a:p>
            <a:endParaRPr lang="en-US" altLang="ja-JP" dirty="0" smtClean="0"/>
          </a:p>
          <a:p>
            <a:r>
              <a:rPr lang="ja-JP" altLang="en-US" b="1" dirty="0"/>
              <a:t>〇</a:t>
            </a:r>
            <a:r>
              <a:rPr kumimoji="1" lang="ja-JP" altLang="en-US" b="1" dirty="0" smtClean="0"/>
              <a:t>クリア判定</a:t>
            </a:r>
            <a:endParaRPr kumimoji="1" lang="en-US" altLang="ja-JP" b="1" dirty="0" smtClean="0"/>
          </a:p>
          <a:p>
            <a:r>
              <a:rPr lang="ja-JP" altLang="en-US" dirty="0"/>
              <a:t>　山</a:t>
            </a:r>
            <a:r>
              <a:rPr lang="ja-JP" altLang="en-US" dirty="0" smtClean="0"/>
              <a:t>札および手札のカードが全て無くなったかどうか調べる、無くなっていたら勝利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2021317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1068</TotalTime>
  <Words>69</Words>
  <Application>Microsoft Office PowerPoint</Application>
  <PresentationFormat>ワイド画面</PresentationFormat>
  <Paragraphs>72</Paragraphs>
  <Slides>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event</dc:creator>
  <cp:lastModifiedBy>Teacher</cp:lastModifiedBy>
  <cp:revision>43</cp:revision>
  <dcterms:created xsi:type="dcterms:W3CDTF">2024-12-19T02:28:06Z</dcterms:created>
  <dcterms:modified xsi:type="dcterms:W3CDTF">2025-11-06T07:29:54Z</dcterms:modified>
</cp:coreProperties>
</file>